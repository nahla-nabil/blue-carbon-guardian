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8" r:id="rId24"/>
    <p:sldId id="273" r:id="rId23"/>
    <p:sldId id="274" r:id="rId25"/>
    <p:sldId id="283" r:id="rId26"/>
    <p:sldId id="284" r:id="rId27"/>
    <p:sldId id="275" r:id="rId28"/>
    <p:sldId id="276"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varScale="1">
        <p:scale>
          <a:sx n="77" d="100"/>
          <a:sy n="77" d="100"/>
        </p:scale>
        <p:origin x="1171"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3.xml"/><Relationship Id="rId24"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 Id="rId6"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9.png"/><Relationship Id="rId6" Type="http://schemas.openxmlformats.org/officeDocument/2006/relationships/image" Target="../media/image10.png"/><Relationship Id="rId7" Type="http://schemas.openxmlformats.org/officeDocument/2006/relationships/image" Target="../media/image60.png"/><Relationship Id="rId8" Type="http://schemas.openxmlformats.org/officeDocument/2006/relationships/image" Target="../media/image61.png"/><Relationship Id="rId9" Type="http://schemas.openxmlformats.org/officeDocument/2006/relationships/image" Target="../media/image6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3.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5"/>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
        <p:nvSpPr>
          <p:cNvPr id="47" name="sdg_label"/>
          <p:cNvSpPr txBox="1"/>
          <p:nvPr/>
        </p:nvSpPr>
        <p:spPr>
          <a:xfrm>
            <a:off x="548640" y="5710000"/>
            <a:ext cx="2700000" cy="500000"/>
          </a:xfrm>
          <a:prstGeom prst="rect">
            <a:avLst/>
          </a:prstGeom>
          <a:noFill/>
        </p:spPr>
        <p:txBody>
          <a:bodyPr wrap="square">
            <a:spAutoFit/>
          </a:bodyPr>
          <a:lstStyle/>
          <a:p>
            <a:r>
              <a:rPr sz="1300" b="1">
                <a:solidFill>
                  <a:srgbClr val="1B2B40"/>
                </a:solidFill>
                <a:latin typeface="Segoe UI"/>
              </a:rPr>
              <a:t>Serves the UN Sustainable</a:t>
            </a:r>
          </a:p>
          <a:p>
            <a:r>
              <a:rPr sz="1300" b="1">
                <a:solidFill>
                  <a:srgbClr val="1B2B40"/>
                </a:solidFill>
                <a:latin typeface="Segoe UI"/>
              </a:rPr>
              <a:t>Development Goals</a:t>
            </a:r>
          </a:p>
        </p:txBody>
      </p:sp>
      <p:pic>
        <p:nvPicPr>
          <p:cNvPr id="48" name="sdg_icon_13" descr="sdg13_s.png"/>
          <p:cNvPicPr>
            <a:picLocks noChangeAspect="1"/>
          </p:cNvPicPr>
          <p:nvPr/>
        </p:nvPicPr>
        <p:blipFill>
          <a:blip r:embed="rId8"/>
          <a:stretch>
            <a:fillRect/>
          </a:stretch>
        </p:blipFill>
        <p:spPr>
          <a:xfrm>
            <a:off x="3350000" y="5590000"/>
            <a:ext cx="700000" cy="700000"/>
          </a:xfrm>
          <a:prstGeom prst="rect">
            <a:avLst/>
          </a:prstGeom>
        </p:spPr>
      </p:pic>
      <p:pic>
        <p:nvPicPr>
          <p:cNvPr id="49" name="sdg_icon_14" descr="sdg14_s.png"/>
          <p:cNvPicPr>
            <a:picLocks noChangeAspect="1"/>
          </p:cNvPicPr>
          <p:nvPr/>
        </p:nvPicPr>
        <p:blipFill>
          <a:blip r:embed="rId9"/>
          <a:stretch>
            <a:fillRect/>
          </a:stretch>
        </p:blipFill>
        <p:spPr>
          <a:xfrm>
            <a:off x="4190000" y="5590000"/>
            <a:ext cx="700000" cy="700000"/>
          </a:xfrm>
          <a:prstGeom prst="rect">
            <a:avLst/>
          </a:prstGeom>
        </p:spPr>
      </p:pic>
      <p:pic>
        <p:nvPicPr>
          <p:cNvPr id="50" name="sdg_icon_15" descr="sdg15_s.png"/>
          <p:cNvPicPr>
            <a:picLocks noChangeAspect="1"/>
          </p:cNvPicPr>
          <p:nvPr/>
        </p:nvPicPr>
        <p:blipFill>
          <a:blip r:embed="rId10"/>
          <a:stretch>
            <a:fillRect/>
          </a:stretch>
        </p:blipFill>
        <p:spPr>
          <a:xfrm>
            <a:off x="5030000" y="5590000"/>
            <a:ext cx="700000" cy="700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
        <p:nvSpPr>
          <p:cNvPr id="13" name="qr_card21"/>
          <p:cNvSpPr/>
          <p:nvPr/>
        </p:nvSpPr>
        <p:spPr>
          <a:xfrm>
            <a:off x="10842000" y="5248000"/>
            <a:ext cx="1090000" cy="135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qr_site21" descr="image.png"/>
          <p:cNvPicPr>
            <a:picLocks noChangeAspect="1"/>
          </p:cNvPicPr>
          <p:nvPr/>
        </p:nvPicPr>
        <p:blipFill>
          <a:blip r:embed="rId6"/>
          <a:stretch>
            <a:fillRect/>
          </a:stretch>
        </p:blipFill>
        <p:spPr>
          <a:xfrm>
            <a:off x="10912000" y="5318000"/>
            <a:ext cx="950000" cy="950000"/>
          </a:xfrm>
          <a:prstGeom prst="rect">
            <a:avLst/>
          </a:prstGeom>
        </p:spPr>
      </p:pic>
      <p:sp>
        <p:nvSpPr>
          <p:cNvPr id="15" name="qr_label21"/>
          <p:cNvSpPr txBox="1"/>
          <p:nvPr/>
        </p:nvSpPr>
        <p:spPr>
          <a:xfrm>
            <a:off x="10842000" y="6288000"/>
            <a:ext cx="1090000" cy="300000"/>
          </a:xfrm>
          <a:prstGeom prst="rect">
            <a:avLst/>
          </a:prstGeom>
          <a:noFill/>
        </p:spPr>
        <p:txBody>
          <a:bodyPr wrap="none">
            <a:spAutoFit/>
          </a:bodyPr>
          <a:lstStyle/>
          <a:p>
            <a:pPr algn="ctr"/>
            <a:r>
              <a:rPr sz="950" b="1">
                <a:solidFill>
                  <a:srgbClr val="06235A"/>
                </a:solidFill>
                <a:latin typeface="Segoe UI"/>
              </a:rPr>
              <a:t>Scan: live website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endParaR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a:t>
            </a:r>
            <a:r>
              <a:rPr lang="en-US" sz="3400">
                <a:solidFill>
                  <a:srgbClr val="1B2B40"/>
                </a:solidFill>
                <a:latin typeface="Segoe UI Semibold" pitchFamily="34" charset="0"/>
                <a:ea typeface="Segoe UI Semibold" pitchFamily="34" charset="-122"/>
                <a:cs typeface="Segoe UI Semibold" pitchFamily="34" charset="-120"/>
              </a:rPr>
              <a:t>it breaks </a:t>
            </a:r>
            <a:r>
              <a:rPr lang="en-US" sz="3400" dirty="0">
                <a:solidFill>
                  <a:srgbClr val="1B2B40"/>
                </a:solidFill>
                <a:latin typeface="Segoe UI Semibold" pitchFamily="34" charset="0"/>
                <a:ea typeface="Segoe UI Semibold" pitchFamily="34" charset="-122"/>
                <a:cs typeface="Segoe UI Semibold" pitchFamily="34" charset="-120"/>
              </a:rPr>
              <a:t>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144</TotalTime>
  <Words>4727</Words>
  <Application>Microsoft Office PowerPoint</Application>
  <PresentationFormat>Widescreen</PresentationFormat>
  <Paragraphs>578</Paragraphs>
  <Slides>28</Slides>
  <Notes>28</Notes>
  <HiddenSlides>0</HiddenSlides>
  <MMClips>4</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28</vt:i4>
      </vt:variant>
    </vt:vector>
  </HeadingPairs>
  <TitlesOfParts>
    <vt:vector size="36" baseType="lpstr">
      <vt:lpstr>Arial</vt:lpstr>
      <vt:lpstr>Cambria Math</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and what we do not claim</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14</cp:revision>
  <dcterms:created xsi:type="dcterms:W3CDTF">2026-10-19T17:43:28Z</dcterms:created>
  <dcterms:modified xsi:type="dcterms:W3CDTF">2026-10-26T15:31:47Z</dcterms:modified>
</cp:coreProperties>
</file>