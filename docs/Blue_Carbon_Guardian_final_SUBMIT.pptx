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pic>
        <p:nvPicPr>
          <p:cNvPr id="10" name="Picture 9" descr="risk_register_crop.png"/>
          <p:cNvPicPr>
            <a:picLocks noChangeAspect="1"/>
          </p:cNvPicPr>
          <p:nvPr/>
        </p:nvPicPr>
        <p:blipFill>
          <a:blip r:embed="rId5"/>
          <a:stretch>
            <a:fillRect/>
          </a:stretch>
        </p:blipFill>
        <p:spPr>
          <a:xfrm>
            <a:off x="548640" y="2150000"/>
            <a:ext cx="11094720" cy="3952072"/>
          </a:xfrm>
          <a:prstGeom prst="rect">
            <a:avLst/>
          </a:prstGeom>
        </p:spPr>
      </p:pic>
      <p:sp>
        <p:nvSpPr>
          <p:cNvPr id="11" name="TextBox 10"/>
          <p:cNvSpPr txBox="1"/>
          <p:nvPr/>
        </p:nvSpPr>
        <p:spPr>
          <a:xfrm>
            <a:off x="548640" y="6182072"/>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69332"/>
          </a:xfrm>
          <a:prstGeom prst="rect">
            <a:avLst/>
          </a:prstGeom>
          <a:noFill/>
        </p:spPr>
        <p:txBody>
          <a:bodyPr wrap="square">
            <a:spAutoFit/>
          </a:bodyPr>
          <a:lstStyle/>
          <a:p>
            <a:pPr algn="l"/>
            <a:r>
              <a:rPr sz="900" b="0" i="0">
                <a:solidFill>
                  <a:srgbClr val="5A6B80"/>
                </a:solidFill>
                <a:latin typeface="Segoe UI"/>
              </a:rPr>
              <a:t>Meeting and written feedback, 26 Oct 2026 · </a:t>
            </a:r>
            <a:endParaRPr lang="en-GB" sz="900" b="0" i="0">
              <a:solidFill>
                <a:srgbClr val="5A6B80"/>
              </a:solidFill>
              <a:latin typeface="Segoe UI"/>
            </a:endParaRPr>
          </a:p>
          <a:p>
            <a:pPr algn="l"/>
            <a:r>
              <a:rPr lang="en-GB" sz="900" b="0" i="0">
                <a:solidFill>
                  <a:srgbClr val="5A6B80"/>
                </a:solidFill>
                <a:latin typeface="Segoe UI"/>
              </a:rPr>
              <a:t>Eng. </a:t>
            </a:r>
            <a:r>
              <a:rPr sz="900" b="0" i="0">
                <a:solidFill>
                  <a:srgbClr val="5A6B80"/>
                </a:solidFill>
                <a:latin typeface="Segoe UI"/>
              </a:rPr>
              <a:t>Roaya Bubshait, Head of Satellite Images &amp; Data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