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3" r:id="rId23"/>
    <p:sldId id="278" r:id="rId24"/>
    <p:sldId id="274" r:id="rId2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p:scale>
          <a:sx n="50" d="100"/>
          <a:sy n="50" d="100"/>
        </p:scale>
        <p:origin x="2194" y="7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p:txBody>
      </p:sp>
    </p:spTree>
    <p:extLst>
      <p:ext uri="{BB962C8B-B14F-4D97-AF65-F5344CB8AC3E}">
        <p14:creationId xmlns:p14="http://schemas.microsoft.com/office/powerpoint/2010/main" val="33282377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8.png"/><Relationship Id="rId6" Type="http://schemas.openxmlformats.org/officeDocument/2006/relationships/image" Target="../media/image10.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2.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microsoft.com/office/2007/relationships/media" Target="../media/media5.mp4"/><Relationship Id="rId2" Type="http://schemas.openxmlformats.org/officeDocument/2006/relationships/video" Target="../media/media5.mp4"/><Relationship Id="rId3" Type="http://schemas.openxmlformats.org/officeDocument/2006/relationships/slideLayout" Target="../slideLayouts/slideLayout3.xml"/><Relationship Id="rId4" Type="http://schemas.openxmlformats.org/officeDocument/2006/relationships/notesSlide" Target="../notesSlides/notesSlide27.xml"/><Relationship Id="rId5"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pic>
        <p:nvPicPr>
          <p:cNvPr id="10" name="Picture 9" descr="risk_register_crop.png"/>
          <p:cNvPicPr>
            <a:picLocks noChangeAspect="1"/>
          </p:cNvPicPr>
          <p:nvPr/>
        </p:nvPicPr>
        <p:blipFill>
          <a:blip r:embed="rId5"/>
          <a:stretch>
            <a:fillRect/>
          </a:stretch>
        </p:blipFill>
        <p:spPr>
          <a:xfrm>
            <a:off x="548640" y="2150000"/>
            <a:ext cx="11094720" cy="3952072"/>
          </a:xfrm>
          <a:prstGeom prst="rect">
            <a:avLst/>
          </a:prstGeom>
        </p:spPr>
      </p:pic>
      <p:sp>
        <p:nvSpPr>
          <p:cNvPr id="11" name="TextBox 10"/>
          <p:cNvSpPr txBox="1"/>
          <p:nvPr/>
        </p:nvSpPr>
        <p:spPr>
          <a:xfrm>
            <a:off x="548640" y="6182072"/>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recovery tracking for planting</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250" b="1" i="0">
                <a:solidFill>
                  <a:srgbClr val="1B2B40"/>
                </a:solidFill>
                <a:latin typeface="Segoe UI"/>
              </a:rPr>
              <a:t>Tested: Abu Dhabi + Saudi Tarut Bay  ·  same species across the Gulf (Avicennia marina)  ·  Next: Bahrain,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11273640" y="32776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30000"/>
            <a:ext cx="3750000" cy="369332"/>
          </a:xfrm>
          <a:prstGeom prst="rect">
            <a:avLst/>
          </a:prstGeom>
          <a:noFill/>
        </p:spPr>
        <p:txBody>
          <a:bodyPr wrap="square">
            <a:spAutoFit/>
          </a:bodyPr>
          <a:lstStyle/>
          <a:p>
            <a:pPr algn="l"/>
            <a:r>
              <a:rPr sz="900" b="0" i="0">
                <a:solidFill>
                  <a:srgbClr val="5A6B80"/>
                </a:solidFill>
                <a:latin typeface="Segoe UI"/>
              </a:rPr>
              <a:t>Meeting and written feedback, 26 Oct 2026 · </a:t>
            </a:r>
            <a:endParaRPr lang="en-GB" sz="900" b="0" i="0">
              <a:solidFill>
                <a:srgbClr val="5A6B80"/>
              </a:solidFill>
              <a:latin typeface="Segoe UI"/>
            </a:endParaRPr>
          </a:p>
          <a:p>
            <a:pPr algn="l"/>
            <a:r>
              <a:rPr lang="en-GB" sz="900" b="0" i="0">
                <a:solidFill>
                  <a:srgbClr val="5A6B80"/>
                </a:solidFill>
                <a:latin typeface="Segoe UI"/>
              </a:rPr>
              <a:t>Eng. </a:t>
            </a:r>
            <a:r>
              <a:rPr sz="900" b="0" i="0">
                <a:solidFill>
                  <a:srgbClr val="5A6B80"/>
                </a:solidFill>
                <a:latin typeface="Segoe UI"/>
              </a:rPr>
              <a:t>Roaya Bubshait, Head of Satellite Images &amp; Data Analysis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a:solidFill>
                  <a:srgbClr val="D4E2EE"/>
                </a:solidFill>
                <a:latin typeface="Segoe UI Semibold" pitchFamily="34" charset="0"/>
                <a:ea typeface="Segoe UI Semibold" pitchFamily="34" charset="-122"/>
                <a:cs typeface="Segoe UI Semibold" pitchFamily="34" charset="-120"/>
              </a:rPr>
              <a:t>شكراً ل</a:t>
            </a:r>
            <a:r>
              <a:rPr lang="ar-BH" sz="3200">
                <a:solidFill>
                  <a:srgbClr val="D4E2EE"/>
                </a:solidFill>
                <a:latin typeface="Segoe UI Semibold" pitchFamily="34" charset="0"/>
                <a:ea typeface="Segoe UI Semibold" pitchFamily="34" charset="-122"/>
                <a:cs typeface="Segoe UI Semibold" pitchFamily="34" charset="-120"/>
              </a:rPr>
              <a:t>دولة ا</a:t>
            </a:r>
            <a:r>
              <a:rPr lang="en-US" sz="3200">
                <a:solidFill>
                  <a:srgbClr val="D4E2EE"/>
                </a:solidFill>
                <a:latin typeface="Segoe UI Semibold" pitchFamily="34" charset="0"/>
                <a:ea typeface="Segoe UI Semibold" pitchFamily="34" charset="-122"/>
                <a:cs typeface="Segoe UI Semibold" pitchFamily="34" charset="-120"/>
              </a:rPr>
              <a:t>لإمارات</a:t>
            </a:r>
            <a:r>
              <a:rPr lang="ar-BH" sz="3200">
                <a:solidFill>
                  <a:srgbClr val="D4E2EE"/>
                </a:solidFill>
                <a:latin typeface="Segoe UI Semibold" pitchFamily="34" charset="0"/>
                <a:ea typeface="Segoe UI Semibold" pitchFamily="34" charset="-122"/>
                <a:cs typeface="Segoe UI Semibold" pitchFamily="34" charset="-120"/>
              </a:rPr>
              <a:t> العربيـة المتحدة</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video_tour">
            <a:hlinkClick r:id="" action="ppaction://media"/>
            <a:extLst>
              <a:ext uri="{FF2B5EF4-FFF2-40B4-BE49-F238E27FC236}">
                <a16:creationId xmlns:a16="http://schemas.microsoft.com/office/drawing/2014/main" id="{ED5274B2-4528-B02F-4143-D04121C45B53}"/>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extLst>
      <p:ext uri="{BB962C8B-B14F-4D97-AF65-F5344CB8AC3E}">
        <p14:creationId xmlns:p14="http://schemas.microsoft.com/office/powerpoint/2010/main" val="2432307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046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4"/>
                                        </p:tgtEl>
                                      </p:cBhvr>
                                    </p:cmd>
                                  </p:childTnLst>
                                </p:cTn>
                              </p:par>
                            </p:childTnLst>
                          </p:cTn>
                        </p:par>
                      </p:childTnLst>
                    </p:cTn>
                  </p:par>
                </p:childTnLst>
              </p:cTn>
              <p:nextCondLst>
                <p:cond evt="onClick" delay="0">
                  <p:tgtEl>
                    <p:spTgt spid="4"/>
                  </p:tgtEl>
                </p:cond>
              </p:nextCondLst>
            </p:seq>
            <p:video>
              <p:cMediaNode vol="80000" mute="1">
                <p:cTn id="12" fill="hold" display="0">
                  <p:stCondLst>
                    <p:cond delay="indefinite"/>
                  </p:stCondLst>
                </p:cTn>
                <p:tgtEl>
                  <p:spTgt spid="4"/>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TotalTime>
  <Words>8706</Words>
  <Application>Microsoft Office PowerPoint</Application>
  <PresentationFormat>Widescreen</PresentationFormat>
  <Paragraphs>854</Paragraphs>
  <Slides>27</Slides>
  <Notes>27</Notes>
  <HiddenSlides>0</HiddenSlides>
  <MMClips>5</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Georgia</vt:lpstr>
      <vt:lpstr>Segoe UI</vt:lpstr>
      <vt:lpstr>Segoe UI Emoji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 and what we do not claim</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13</cp:revision>
  <dcterms:created xsi:type="dcterms:W3CDTF">2026-10-19T17:43:28Z</dcterms:created>
  <dcterms:modified xsi:type="dcterms:W3CDTF">2026-10-26T13:12:46Z</dcterms:modified>
</cp:coreProperties>
</file>