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79" r:id="rId30"/>
    <p:sldId id="266" r:id="rId12"/>
    <p:sldId id="267" r:id="rId13"/>
    <p:sldId id="280" r:id="rId31"/>
    <p:sldId id="268" r:id="rId14"/>
    <p:sldId id="269" r:id="rId15"/>
    <p:sldId id="270" r:id="rId16"/>
    <p:sldId id="271" r:id="rId17"/>
    <p:sldId id="272" r:id="rId18"/>
    <p:sldId id="273" r:id="rId19"/>
    <p:sldId id="278" r:id="rId20"/>
    <p:sldId id="274" r:id="rId21"/>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varScale="1">
        <p:scale>
          <a:sx n="77" d="100"/>
          <a:sy n="77" d="100"/>
        </p:scale>
        <p:origin x="14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11.xml"/><Relationship Id="rId3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4.xml"/><Relationship Id="rId5" Type="http://schemas.openxmlformats.org/officeDocument/2006/relationships/image" Target="../media/image5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1.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2.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3.png"/><Relationship Id="rId6" Type="http://schemas.openxmlformats.org/officeDocument/2006/relationships/image" Target="../media/image10.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3.xml"/><Relationship Id="rId5"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91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700"/>
                                        <p:tgtEl>
                                          <p:spTgt spid="40"/>
                                        </p:tgtEl>
                                      </p:cBhvr>
                                    </p:animEffect>
                                    <p:anim calcmode="lin" valueType="num">
                                      <p:cBhvr additive="base">
                                        <p:cTn id="152" dur="700" fill="hold"/>
                                        <p:tgtEl>
                                          <p:spTgt spid="4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910"/>
                                  </p:stCondLst>
                                  <p:childTnLst>
                                    <p:set>
                                      <p:cBhvr>
                                        <p:cTn id="138" dur="1" fill="hold">
                                          <p:stCondLst>
                                            <p:cond delay="0"/>
                                          </p:stCondLst>
                                        </p:cTn>
                                        <p:tgtEl>
                                          <p:spTgt spid="37"/>
                                        </p:tgtEl>
                                        <p:attrNameLst>
                                          <p:attrName>style.visibility</p:attrName>
                                        </p:attrNameLst>
                                      </p:cBhvr>
                                      <p:to>
                                        <p:strVal val="visible"/>
                                      </p:to>
                                    </p:set>
                                    <p:animEffect transition="in" filter="fade">
                                      <p:cBhvr>
                                        <p:cTn id="139" dur="700"/>
                                        <p:tgtEl>
                                          <p:spTgt spid="37"/>
                                        </p:tgtEl>
                                      </p:cBhvr>
                                    </p:animEffect>
                                    <p:anim calcmode="lin" valueType="num">
                                      <p:cBhvr additive="base">
                                        <p:cTn id="140" dur="700" fill="hold"/>
                                        <p:tgtEl>
                                          <p:spTgt spid="37"/>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910"/>
                                  </p:stCondLst>
                                  <p:childTnLst>
                                    <p:set>
                                      <p:cBhvr>
                                        <p:cTn id="142" dur="1" fill="hold">
                                          <p:stCondLst>
                                            <p:cond delay="0"/>
                                          </p:stCondLst>
                                        </p:cTn>
                                        <p:tgtEl>
                                          <p:spTgt spid="38"/>
                                        </p:tgtEl>
                                        <p:attrNameLst>
                                          <p:attrName>style.visibility</p:attrName>
                                        </p:attrNameLst>
                                      </p:cBhvr>
                                      <p:to>
                                        <p:strVal val="visible"/>
                                      </p:to>
                                    </p:set>
                                    <p:animEffect transition="in" filter="fade">
                                      <p:cBhvr>
                                        <p:cTn id="143" dur="700"/>
                                        <p:tgtEl>
                                          <p:spTgt spid="38"/>
                                        </p:tgtEl>
                                      </p:cBhvr>
                                    </p:animEffect>
                                    <p:anim calcmode="lin" valueType="num">
                                      <p:cBhvr additive="base">
                                        <p:cTn id="144" dur="700" fill="hold"/>
                                        <p:tgtEl>
                                          <p:spTgt spid="38"/>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910"/>
                                  </p:stCondLst>
                                  <p:childTnLst>
                                    <p:set>
                                      <p:cBhvr>
                                        <p:cTn id="146" dur="1" fill="hold">
                                          <p:stCondLst>
                                            <p:cond delay="0"/>
                                          </p:stCondLst>
                                        </p:cTn>
                                        <p:tgtEl>
                                          <p:spTgt spid="39"/>
                                        </p:tgtEl>
                                        <p:attrNameLst>
                                          <p:attrName>style.visibility</p:attrName>
                                        </p:attrNameLst>
                                      </p:cBhvr>
                                      <p:to>
                                        <p:strVal val="visible"/>
                                      </p:to>
                                    </p:set>
                                    <p:animEffect transition="in" filter="fade">
                                      <p:cBhvr>
                                        <p:cTn id="147" dur="700"/>
                                        <p:tgtEl>
                                          <p:spTgt spid="39"/>
                                        </p:tgtEl>
                                      </p:cBhvr>
                                    </p:animEffect>
                                    <p:anim calcmode="lin" valueType="num">
                                      <p:cBhvr additive="base">
                                        <p:cTn id="148" dur="700" fill="hold"/>
                                        <p:tgtEl>
                                          <p:spTgt spid="39"/>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40" grpId="0" animBg="1"/>
      <p:bldP spid="16" grpId="0" animBg="1"/>
      <p:bldP spid="37" grpId="0" animBg="1"/>
      <p:bldP spid="17" grpId="0" animBg="1"/>
      <p:bldP spid="38" grpId="0" animBg="1"/>
      <p:bldP spid="18" grpId="0" animBg="1"/>
      <p:bldP spid="39"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3"/>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pic>
        <p:nvPicPr>
          <p:cNvPr id="10" name="Picture 9" descr="risk_register_crop.png"/>
          <p:cNvPicPr>
            <a:picLocks noChangeAspect="1"/>
          </p:cNvPicPr>
          <p:nvPr/>
        </p:nvPicPr>
        <p:blipFill>
          <a:blip r:embed="rId5"/>
          <a:stretch>
            <a:fillRect/>
          </a:stretch>
        </p:blipFill>
        <p:spPr>
          <a:xfrm>
            <a:off x="548640" y="2150000"/>
            <a:ext cx="11094720" cy="3952072"/>
          </a:xfrm>
          <a:prstGeom prst="rect">
            <a:avLst/>
          </a:prstGeom>
        </p:spPr>
      </p:pic>
      <p:sp>
        <p:nvSpPr>
          <p:cNvPr id="11" name="TextBox 10"/>
          <p:cNvSpPr txBox="1"/>
          <p:nvPr/>
        </p:nvSpPr>
        <p:spPr>
          <a:xfrm>
            <a:off x="548640" y="6182072"/>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3"/>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9150000" y="86000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6" name="TextBox 25"/>
          <p:cNvSpPr txBox="1"/>
          <p:nvPr/>
        </p:nvSpPr>
        <p:spPr>
          <a:xfrm>
            <a:off x="9880000" y="860000"/>
            <a:ext cx="2300000" cy="330000"/>
          </a:xfrm>
          <a:prstGeom prst="rect">
            <a:avLst/>
          </a:prstGeom>
          <a:noFill/>
        </p:spPr>
        <p:txBody>
          <a:bodyPr wrap="square">
            <a:spAutoFit/>
          </a:bodyPr>
          <a:lstStyle/>
          <a:p>
            <a:pPr algn="l"/>
            <a:r>
              <a:rPr sz="1400" b="1">
                <a:solidFill>
                  <a:srgbClr val="1B2B40"/>
                </a:solidFill>
                <a:latin typeface="Segoe UI"/>
              </a:rPr>
              <a:t>Built in Bahrain</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30000"/>
            <a:ext cx="3750000" cy="320000"/>
          </a:xfrm>
          <a:prstGeom prst="rect">
            <a:avLst/>
          </a:prstGeom>
          <a:noFill/>
        </p:spPr>
        <p:txBody>
          <a:bodyPr wrap="square">
            <a:spAutoFit/>
          </a:bodyPr>
          <a:lstStyle/>
          <a:p>
            <a:pPr algn="l"/>
            <a:r>
              <a:rPr sz="900" b="0" i="0">
                <a:solidFill>
                  <a:srgbClr val="5A6B80"/>
                </a:solidFill>
                <a:latin typeface="Segoe UI"/>
              </a:rPr>
              <a:t>Meeting and written feedback, 26 Oct 2026 · Roaya R. Bubshait, Head of Satellite Images &amp; Data Analysis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dirty="0">
                <a:solidFill>
                  <a:srgbClr val="D4E2EE"/>
                </a:solidFill>
                <a:latin typeface="Segoe UI Semibold" pitchFamily="34" charset="0"/>
                <a:ea typeface="Segoe UI Semibold" pitchFamily="34" charset="-122"/>
                <a:cs typeface="Segoe UI Semibold" pitchFamily="34" charset="-120"/>
              </a:rPr>
              <a:t>شكراً للإمارات</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137</TotalTime>
  <Words>7045</Words>
  <Application>Microsoft Office PowerPoint</Application>
  <PresentationFormat>Widescreen</PresentationFormat>
  <Paragraphs>750</Paragraphs>
  <Slides>23</Slides>
  <Notes>23</Notes>
  <HiddenSlides>0</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Georgia</vt:lpstr>
      <vt:lpstr>Segoe UI</vt:lpstr>
      <vt:lpstr>Segoe UI Light</vt:lpstr>
      <vt:lpstr>Segoe UI Semibold</vt:lpstr>
      <vt:lpstr>Office Theme</vt:lpstr>
      <vt:lpstr>PowerPoint Presentation</vt:lpstr>
      <vt:lpstr>One engineer, every role — delivered in the open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10</cp:revision>
  <dcterms:created xsi:type="dcterms:W3CDTF">2026-10-19T17:43:28Z</dcterms:created>
  <dcterms:modified xsi:type="dcterms:W3CDTF">2026-10-26T12:06:08Z</dcterms:modified>
</cp:coreProperties>
</file>